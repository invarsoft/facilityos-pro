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22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731520" cy="731520"/>
          </a:xfrm>
          <a:prstGeom prst="roundRect">
            <a:avLst/>
          </a:prstGeom>
          <a:solidFill>
            <a:srgbClr val="4DE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91E3B"/>
                </a:solidFill>
              </a:defRPr>
            </a:pPr>
            <a: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FACILITYOS</a:t>
            </a:r>
          </a:p>
          <a:p>
            <a:pPr>
              <a:spcAft>
                <a:spcPts val="1400"/>
              </a:spcAft>
              <a:defRPr sz="1800">
                <a:solidFill>
                  <a:srgbClr val="CBD5F5"/>
                </a:solidFill>
              </a:defRPr>
            </a:pPr>
            <a:r>
              <a:t>Smart Facility Maintenance &amp; Workforce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2560320" cy="36576"/>
          </a:xfrm>
          <a:prstGeom prst="rect">
            <a:avLst/>
          </a:prstGeom>
          <a:solidFill>
            <a:srgbClr val="4DE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DE0B4"/>
                </a:solidFill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S. Bharat Reddy (Leader)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G. Trigun Babu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K. Aditya Reddy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Ranadeep Yasa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K. Rithvik Reddy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206240"/>
            <a:ext cx="4389120" cy="1645920"/>
          </a:xfrm>
          <a:prstGeom prst="roundRect">
            <a:avLst/>
          </a:prstGeom>
          <a:solidFill>
            <a:srgbClr val="22284E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Department of Artificial Intelligence &amp; Machine Learning</a:t>
            </a:r>
          </a:p>
          <a:p>
            <a:pPr>
              <a:defRPr sz="1200">
                <a:solidFill>
                  <a:srgbClr val="4DE0B4"/>
                </a:solidFill>
              </a:defRPr>
            </a:pPr>
            <a:r>
              <a:t>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The Facility Operations Challenge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Fragmented Channels: Maintenance calls split across phone calls, WhatsApp, and manual logbooks.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SLA Visibility: Inability to track real-time resolution deadlines and service breaches.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Lack of Verification: Work marked completed without requester verification or OTP validation.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High Operational Downtime: Delays in resolving plumbing, electrical, and HVAC issues.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The FacilityOS Vision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Unified Platform: Single operating system supporting Universities, Hospitals, Offices &amp; Apartments.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Dynamic Service Matrix: 14 customizable service categories per organization.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Smart Specialist Dispatch: Auto-matching certified technicians by skill, workload &amp; location.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SLA Enforcement: Strict SLA timers, OTP verification &amp; audit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2. Existing Operational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Communication Barriers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centralized tracking.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Lost requests in informal chats.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Miscommunication of exact room/building location.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Lack of status updates.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Workforce Inefficiencies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Unbalanced technician workload.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Misassigned trades (e.g. Electrician sent to plumbing job).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location-based dispatching.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Manual task 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Lack of Quality Control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Fake ticket closures by staff.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proof of work completion.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No requester feedback loop.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High recurring fault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3. System Objectives &amp; Strategic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Primary Objectives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Automated Request Intake: Guided 3-step wizard with QR asset scanning.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Trade-Accurate Dispatch: Whole-word skill parsing for exact technician assignment.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OTP Resolution Sign-Off: Requester 4-digit PIN required for ticket closure.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Multi-Tenant Isolation: Logical data separation across 21+ facilities.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Key Performance Targets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Sub-2-Hour Emergency Response for high-risk alerts.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95%+ SLA Compliance Rate across all trade categories.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Unauthorized Ticket Closures via mandatory OTP.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100% Audit Readiness with immutable activity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4. Key Features &amp; Core Technology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User &amp; Requester Portal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Guided 3-step request creation wizard.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QR code scanner for equipment asset tags.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PWA Mobile App with bottom navigation 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Field Technician Portal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1-Tap job intake &amp; task acceptance.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Photo upload &amp; execution notes.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Live timer tracking against SLA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Executive Command Center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SLA breach countdowns &amp; alerts.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Technician fleet workload balancing.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1-Click Executive PDF &amp; CSV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Technical Stack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Next.js 15 (App Router), React 19, TypeScript.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Tailwind CSS for responsive styling.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Vercel Edge Network &amp; Docker Containerization.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5. Multi-Tenant Architecture &amp; 14 Service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Multi-Tenant Campus Deployment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WOXSEN University (Hostels, Labs, Mess, Academic Blocks).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Apollo Multispecialty Hospital (Emergency, Cleanrooms).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InvarTech Solutions (Datacenters, Executive Bays).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Green Valley Heights (Residential Towers, Clubhouse).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Dynamic 14 Service Category Matrix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Plumbing &amp; Sanitary  • Electrical &amp; Power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AC &amp; HVAC Systems    • Elevators &amp; Escalators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IT &amp; Wi-Fi Networks  • Security &amp; Biometrics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Civil &amp; Painting     • Carpentry &amp; Locks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Cleaning &amp; Sanitation• Hostel &amp; Mess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6. Specialist Dispatch &amp; Match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Trade Discipline Parsing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Strict Skill Classification: Matches Plumbing to Plumbers, IT to Network Specialists.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Whole-Word Keyword Parsing: Eliminates false substring matches.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Cross-Trade Assistance: Detects related secondary skills (e.g. Electrical assisting HVAC).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Prevents misassigned work orders.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Workload &amp; Rating Ranking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Workload Utilization Factor: Prioritizes workers with lowest active job load.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Star Rating Weightage: Prioritizes top-rated technicians (4.8+ Stars).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Proximity Alignment: Selects technicians stationed in target building.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1-Click Confirmation by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7. Ground Operations &amp; Field Worker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Task Intake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Instant Task Notification.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Displays Building, Room # &amp; Contact Phone.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1-Tap Job Acceptance.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Workload capacity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Field Execution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Log spare parts &amp; materials used.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Attach completion photos.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Live timer tracking against SLA limit.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Direct call button to requester.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Quality Completion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Triggers 'Awaiting Verification' state.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Generates 4-Digit Resolution OTP.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Prevents premature ticket closures.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sync with Manager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8. OTP Verification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4-Digit Security OTP System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Security PIN Generation: System generates a 4-digit PIN sent to the requester.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Mandatory Sign-Off: Technician must obtain the PIN from requester to close ticket.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Unauthorized Closures: Guarantees work is verified before resolution.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Digital requester sign-off record saved in audit 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Reopened Ticket &amp; Audit Loop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Reopen Guarantee: Requester can reopen ticket within 48 hours if issue recurs.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Reopened Flashing Alert: Instantly alerts Manager &amp; Warden on executive dashboard.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5-Star Customer Rating: Collects requester feedback rating post-resolution.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Technician Audit: Direct impact on worker rating &amp; workload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9. SLA Hierarchy &amp; Emergency Dispatch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5-Level SLA Hierarchy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🚨 Emergency SLA: 2 Hours target (Fire, short-circuit, major pipe burst).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⚡ Critical SLA: 4 Hours (Elevator stuck, server room down).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🔥 High Priority SLA: 12-24 Hours (AC chiller, Wi-Fi outage).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📦 Normal SLA: 24-48 Hours (Housekeeping, carpentry).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🔹 Low Priority SLA: 72 Hours (Routine touch-ups).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Live Breach Tracking &amp; Alerts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Real-Time Countdown Timers: Live hours/minutes remaining on every work order.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Flashing Breach Indicators: Visual alert badges when SLA is exceeded.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Automatic Escalation: High-priority escalation to Org Admin.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SLA Compliance Analytics per department.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10. System Workflows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System Workflow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1. Requester creates ticket via Guided Wizard or QR Scanner.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2. Match Engine ranks &amp; dispatches top specialist technician.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3. Technician accepts job, logs progress &amp; uploads completion photo.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4. Requester verifies repair &amp; provides 4-Digit OTP for ticket closure.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Production Technical Stack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Frontend: Next.js 15 (App Router), React 19, TypeScript, Tailwind CSS.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State Engine: Scoped React Context API with Multi-Tenant state.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Mobile Architecture: Progressive Web App (PWA) &amp; Mobile Navigation Bar.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Cloud Infrastructure: Vercel Global Edge Network &amp; Docker Containerization.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DE0B4"/>
                </a:solidFill>
              </a:defRPr>
            </a:pPr>
            <a:r>
              <a:t>FACILITYOS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11. Expected Outcomes &amp; Project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Project Outcomes &amp; Deliverables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Fully functional, production-ready Enterprise Facility Operations System.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100% Mobile Responsive App &amp; Categorized Navigation UI.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Trade-Accurate Specialist Match Engine &amp; Mandatory OTP Sign-Off Flow.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Zero AI Clutter: Clean, professional, domain-focused enterprise interface.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Scalable multi-tenant campus deployment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262C52"/>
          </a:solidFill>
          <a:ln>
            <a:solidFill>
              <a:srgbClr val="384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4DE0B4"/>
                </a:solidFill>
              </a:defRPr>
            </a:pPr>
            <a:r>
              <a:t>Academic &amp; Technical References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1: FacilityOS Multi-Tenant Architecture &amp; Service Level Agreement (SLA) Enforcement Framework.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2: Next.js 15 App Router Architecture &amp; Serverless Deployment Standards.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3: Woxsen University AIML Department Capstone Project Technical Benchmark.</a:t>
            </a:r>
          </a:p>
          <a:p>
            <a:pPr>
              <a:spcAft>
                <a:spcPts val="500"/>
              </a:spcAft>
              <a:defRPr sz="1200">
                <a:solidFill>
                  <a:srgbClr val="CBD5F5"/>
                </a:solidFill>
              </a:defRPr>
            </a:pPr>
            <a:r>
              <a:t>• Reference 4: ISO 55001 Asset Management &amp; Facility Operations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