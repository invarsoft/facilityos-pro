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7315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FacilityOS</a:t>
            </a:r>
          </a:p>
          <a:p>
            <a:pPr>
              <a:spcBef>
                <a:spcPts val="1000"/>
              </a:spcBef>
              <a:defRPr sz="1400" b="1">
                <a:solidFill>
                  <a:srgbClr val="F59E0B"/>
                </a:solidFill>
              </a:defRPr>
            </a:pPr>
            <a:r>
              <a:t>ENTERPRISE FACILITY OPERATIONS &amp; SERVICE PLATFORM</a:t>
            </a:r>
          </a:p>
          <a:p>
            <a:pPr>
              <a:spcBef>
                <a:spcPts val="2000"/>
              </a:spcBef>
              <a:defRPr sz="1800">
                <a:solidFill>
                  <a:srgbClr val="F1F5F9"/>
                </a:solidFill>
              </a:defRPr>
            </a:pPr>
            <a:r>
              <a:t>Manage. Maintain. Resolve. Multi-Tenant Service Architecture, Dispatch Engine &amp; Real-Time SLA Enforcement.</a:t>
            </a:r>
          </a:p>
          <a:p>
            <a:pPr>
              <a:spcBef>
                <a:spcPts val="3000"/>
              </a:spcBef>
              <a:defRPr sz="1300">
                <a:solidFill>
                  <a:srgbClr val="94A3B8"/>
                </a:solidFill>
              </a:defRPr>
            </a:pPr>
            <a:r>
              <a:t>Live Platform: facilityos-brown.vercel.app  |  GitHub: github.com/Invarsoft/facilityos-pro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Executive Summary &amp; Vision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Solving operational bottlenecks in modern facility management.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F43F5E"/>
                </a:solidFill>
              </a:defRPr>
            </a:pPr>
            <a:r>
              <a:t>The Operational Challenge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Fragmented Maintenance Systems: Disconnected phone calls, WhatsApp messages, and manual logbooks.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SLA Blindspots: Inability to track real-time resolution deadlines and service breaches.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No Tenant Isolation: Multi-facility organizations struggle with multi-tenant data privacy.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Lack of Verification: Work marked completed without requester verification or OTP validation.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The FacilityOS Solution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Unified Multi-Tenant Platform: Single operating system supporting Universities, Hospitals, Corporate Offices &amp; Apartments.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Dynamic Service Matrix: 14 customizable service categories per organization.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Smart Specialist Dispatch: Auto-matching certified technicians by skill, workload, and location.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Verified SLA Enforcement: Strict SLA timers, OTP closure verification, and real-time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Multi-Tenant Platform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Seamless isolation and custom branding for 20+ facility types.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Higher Education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WOXSEN University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Manipal Academy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BITS Pilani Campus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IIT Hyderabad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Custom Hostel, Lab &amp; Academic Block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Hospitals &amp; Corporate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Apollo Multispecialty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InvarTech Solutions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Cyber Towers Tech Park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ICICI Corporate Office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24/7 critical SLA response &amp; cleanroom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Residential &amp; Commercial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Green Valley Heights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Prestige Lakeside Towers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Phoenix Marketcity Mall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Aarav Executive Hostels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Tenant resident portals &amp; facility access keys.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Dynamic Service Category Matrix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Granular activation of 14 trade disciplines per organization.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Core Utilities &amp; HVAC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Plumbing &amp; Sanitary: Leakages, pipe flushes, valves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Electrical &amp; Power: MCB trips, lighting, wiring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AC &amp; HVAC Chiller Systems: Gas refills, filter cleaning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Water Supply &amp; Pumps: Hydro tanks, pressure valves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Infrastructure &amp; Infrastructure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Elevators &amp; Escalators: Door sensors, motor maintenance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Carpentry &amp; Locks: Door locks, wooden desks, doors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Civil &amp; Painting: Plastering, wall dampness, tiles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Furniture &amp; Fixtures: Office chairs, beds,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IT &amp; Digital Infrastructure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Wi-Fi &amp; Network Access: Router ports, access points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IT Hardware Support: Display projectors, AV cabling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Security &amp; Biometrics: CCTV cameras, RFID barriers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Services &amp; Sanitation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Cleaning &amp; Housekeeping: Sanitization, waste disposal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Hostel &amp; Mess Maintenance: Common room, laundry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Transport &amp; EV Charging: Fleet shuttles, parking bays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Requester Experience &amp; Mobile App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Frictionless service requests for students, residents, and employees.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Guided Request Wizard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3-Step Fast Ticket Creation.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Smart Auto-Classification of Category &amp; Priority.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Location Hierarchy: Building, Floor, Block, Room.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Photo Upload &amp; Emergency Toggles.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QR Code Asset Scanner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Instant Asset Identification via QR Code.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Auto-fills Asset Tag, Warranty Status &amp; Room location.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Zero manual data entry required.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Supports all facility machinery &amp; equipment.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Mobile App (PWA)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Standalone PWA &amp; iOS/Android Native Ready.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Categorized Mobile View &amp; Bottom Navigation Bar.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Push Notifications for Technician Updates.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Offline Mode &amp; Touch-Optimized 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Specialist Dispatch &amp; Worker Match Engine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Trade-accurate technician matching and workload balancing.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Trade Discipline Matching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Strict Trade Classification: Matches Plumbing tickets to certified Plumbers, IT tickets to IT Specialists.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Cross-Trade Assistance: Detects related secondary skills (e.g., Electrical assisting HVAC).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Whole-Word Keyword Parsing: Prevents false positive skill matches.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Prevents misassigned jobs &amp; technician confusion.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Workload &amp; Proximity Ranking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Real-Time Workload Balancing: Ranks available technicians with lowest active job count.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Rating &amp; Reliability Factor: Prioritizes top-rated technicians (4.8+ Stars).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Proximity &amp; Building Assignment: Selects workers on-site in target building.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1-Click Dispatch: Managers assign verified specialists in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Technician &amp; Field Worker Portal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Mobile-first task management for ground operations staff.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Job Intake &amp; Acceptance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Instant Task Notification.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View Location, Room #, Contact Phone &amp; Issue Details.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1-Tap Job Acceptance &amp; Progress State.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Workload capacity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Execution &amp; Notes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Log completion notes &amp; spare parts used.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Photo proof of completed repair.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Timer tracking against SLA deadline.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Direct phone call button to requester.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Quality Completion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Triggers 'Awaiting Verification' state.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Generates 4-Digit Resolution OTP.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Prevents false ticket closures.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Real-time sync with Manager Console.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Verification &amp; Quality Assurance Engine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Ensuring work is 100% verified before final resolution.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F59E0B"/>
                </a:solidFill>
              </a:defRPr>
            </a:pPr>
            <a:r>
              <a:t>OTP Verification System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4-Digit Security PIN generated upon work completion.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Technician must obtain OTP from requester to close ticket.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Eliminates premature or fake ticket mark-as-done.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Digital requester sign-off record.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Reopened Ticket &amp; Audit Loop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Reopen Guarantee: Requester can reopen ticket if issue persists within 48 hours.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Reopened Alert Banner: Instantly flags reopened tickets to Manager &amp; Warden.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Customer Rating &amp; Feedback: 5-Star rating system post-closure.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Technician Performance History &amp; Rating impact.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 SLA &amp; Emergency Dispatch Engine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Strict response timelines and emergency intervention.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5-Level SLA Hierarchy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Emergency SLA: 2 Hours resolution target (Fire, short-circuit, major leak).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Critical SLA: 4 Hours (Elevator stuck, server room down).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High Priority SLA: 12-24 Hours (AC chiller, Wi-Fi outage).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Normal SLA: 24-48 Hours (Housekeeping, carpentry).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Low Priority SLA: 72 Hours (Routine touch-ups).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F43F5E"/>
                </a:solidFill>
              </a:defRPr>
            </a:pPr>
            <a:r>
              <a:t>Breach Prevention &amp; Alerts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Live SLA Countdowns: Real-time hours/minutes remaining on every ticket.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Breach Flashing Indicators: Visual warning badges when SLA is exceeded.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Automatic Manager Escalation: High-priority escalation to Org Admin.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SLA Compliance Matrix across all facility departments.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Executive Analytics &amp; Business Intelligence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Data-driven insights for facility directors and management.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Operational Metrics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Total Request Volume &amp; Resolution Rate %.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SLA Breach Rate &amp; Average Resolution Duration.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Category Distribution Breakdown (Plumbing vs Electrical vs HVAC).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Technician Fleet Analytics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Top Performing Technicians (Rating, Completed Jobs).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Workload Utilization &amp; Peak Call Hours.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First-Time Fix Rate 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Cost &amp; Maintenance Budgeting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Spare Parts Expense Tracking.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Preventive vs Reactive Maintenance Cost Ratio.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Asset Lifecycle &amp; Depreciation Index.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Executive Export Reports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1-Click Executive PDF Summaries.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Raw CSV Audit Data Export.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Weekly/Monthly Compliance Dashboards.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10. System Super Admin &amp; Tenant Control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Global platform governance and tenant onboarding.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Tenant Onboarding &amp; Provisioning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1-Click Facility Provisioning (University, Hospital, Corporate, Apartment).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Custom Facility Code &amp; Branding Generation.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Toggle On/Off any of the 14 service categories per tenant.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Custom SLA rule definitions per organization 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Demo Role Switcher &amp; Live Auditing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System-Wide Demo Role Switcher: Preview UI instantly as Student, Worker, Manager, Org Admin, Super Admin.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Global Audit Trail: Immutable security logs tracking all user actions.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Platform Health Monitoring: Active database sessions &amp; API status.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Global Tenant Directory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11. Security, Compliance &amp; Audit Trail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Enterprise-grade security and role-based access control.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Role-Based Access (RBAC)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Strict Scoped Views.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Requesters view only their tickets.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Workers view assigned tasks.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Managers &amp; Admins view executive controls.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Data Privacy &amp; Isolation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Multi-Tenant Logical Isolation.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Tenant-Scoped Context Provider.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Zero cross-organization data leakage.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HTTPS Encrypted Data Transit.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Security Audit Trail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Full Activity Log of every ticket action.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Tracks User ID, Timestamp, Action &amp; Details.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Exportable Audit Log for Compliance.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Immutable Security Event Records.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12. Technical Architecture &amp; Tech Stack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Modern, scalable, high-performance web and mobile stack.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Frontend Framework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Next.js 15 (App Router, Server &amp; Client Components)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React 19 &amp; TypeScript for strict type safety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Tailwind CSS for responsive utility styling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State &amp; Context Engine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React Context API for global multi-tenant state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Lucide-React for clean domain icon rendering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Lucide icon mapping for dynamic service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PWA &amp; Mobile Native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Web App Manifest (PWA) with standalone display mode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CapacitorJS Integration for iOS (.ipa) &amp; Android (.apk)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Touch-optimized Mobile Bottom Navigation 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0EA5E9"/>
                </a:solidFill>
              </a:defRPr>
            </a:pPr>
            <a:r>
              <a:t>Cloud &amp; Infrastructure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Vercel Global Edge Network Deployment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Production Dockerfile for containerized deployments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Sub-second global CDN response times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14. Summary &amp; Live Presentation Links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Ready for deployment and enterprise scaling.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F59E0B"/>
                </a:solidFill>
              </a:defRPr>
            </a:pPr>
            <a:r>
              <a:t>FacilityOS Platform Key Deliverables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Complete Multi-Tenant Facility Operations Platform running live in production.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100% Mobile Responsive Layout &amp; Categorized App Navigation.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Trade-Accurate Specialist Match Engine &amp; OTP Verification Flow.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Zero AI Clutter: Clean, professional, domain-focused enterprise UI.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Live Production URL:  https://facilityos-brown.vercel.app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GitHub Source Code:  https://github.com/Invarsoft/facilityos-pro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Desktop Project Zip Archive:  /Users/trigun/Desktop/facilityos-codebase.zip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